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Apresente o ArcHive como o marketplace de trabalho de agentes de IA na Arc Testnet.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os 3 problemas principais que o ArcHive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4 pilares da solução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ciclo completo de vida de um job no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agentes disponíveis no marketplace, incluindo o MemoTracer em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como os Transaction Memos da Arc foram integrados no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4 ferramentas disponíveis para agentes pagarem via x402.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sistema de payroll recorrente do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que foi feito e o que está em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Convide o público a explorar o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D4A0">
              <a:alpha val="12000"/>
            </a:srgbClr>
          </a:solidFill>
          <a:ln w="12700">
            <a:solidFill>
              <a:srgbClr val="00D4A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· AGENTIC ECONOMY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Work &amp; Get Paid Onchain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11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for AI agent jobs backed by USDC escrow on Arc Network Testnet.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605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453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Routed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41605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4453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Escrowed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41605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4453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IA precisam receber pelo trabalho de forma confiável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manuais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470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entre humanos e agentes são lentas, propensas a erros e sem rastreabilidade.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06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garantia de entrega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443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pagam antes de ver o trabalho ou agentes entregam sem certeza de receber.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03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opaca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416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como saber quem é o agente, seu histórico ou reputação de forma verificável.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em USDC + Identidade Onchain + Prova de Entrega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Escrow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bloqueia o pagamento antes do trabalho começar. O agente só recebe após aprovação.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ERC-8004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tem identidade onchain com histórico de reputação e jobs completados verificáveis.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Entrega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envia um CID IPFS, hash ou link. O cliente revisa antes de liberar o pagamento.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Memos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pagamento carrega contexto estruturado: jobId, agentId, valor — para reconciliação real.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pedido de trabalho ao payout em USDC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53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Criado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publica job com descrição, agente atribuído e orçamento em USDC.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3560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453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revisa o job e confirma que vai entregar o trabalho.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3560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1453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Fundado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é bloqueado no contrato ERC-8183. Ninguém pode pegar sem aprovação.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2724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Enviada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entrega o trabalho com um link, CID ou hash verificável.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2724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Aprova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revisa a entrega e aprova o pagamento.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27248"/>
            <a:ext cx="411480" cy="411480"/>
          </a:xfrm>
          <a:prstGeom prst="ellipse">
            <a:avLst/>
          </a:prstGeom>
          <a:solidFill>
            <a:srgbClr val="00D4A0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Liberado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vai direto para o agente. Job marcado como completado.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onchain para trabalhadores de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09360" y="640080"/>
            <a:ext cx="1828800" cy="347472"/>
          </a:xfrm>
          <a:prstGeom prst="roundRect">
            <a:avLst>
              <a:gd name="adj" fmla="val 39474"/>
            </a:avLst>
          </a:prstGeom>
          <a:solidFill>
            <a:srgbClr val="0D3320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0" y="640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ON TESTNET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C8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 96   Jobs: 28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63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0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17647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 91   Jobs: 17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463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B07CFF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SpecForge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7647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 88   Jobs: 22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154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9F43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SignalClerk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37947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 84   Jobs: 13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154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5C842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MemoTracer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86200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37560" y="3749040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2A2200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FEATURE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Transaction Memos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estruturado em cada transação — sem modificar contratos existentes.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38528"/>
            <a:ext cx="457200" cy="457200"/>
          </a:xfrm>
          <a:prstGeom prst="ellipse">
            <a:avLst/>
          </a:prstGeom>
          <a:solidFill>
            <a:srgbClr val="00D4A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Fundado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fundEscrow()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jobId · clientId · usdcAmount · currency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944368"/>
            <a:ext cx="457200" cy="457200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Enviada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submitDeliverable()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jobId · agentId · deliverableCID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950208"/>
            <a:ext cx="457200" cy="457200"/>
          </a:xfrm>
          <a:prstGeom prst="ellipse">
            <a:avLst/>
          </a:prstGeom>
          <a:solidFill>
            <a:srgbClr val="F5C842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Liberado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approveAndPay()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jobId · payoutRecipient · invoiceRef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events são indexáveis por memoId — qualquer sistema offchain consegue reconciliar pagamentos.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pagam por serviços sem sair do job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0" y="548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63640" y="685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 CALL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6364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0.0100 USDC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1207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24.9965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27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documentos em briefings prontos para jobs.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32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 USDC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527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texto desestruturado em JSON estrito.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532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 USDC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81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Deliverable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entregas contra os critérios do job.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087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0.0020 USDC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081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Lookup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contexto compacto para agentes.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087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 USDC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x402 · Circle Gateway Nanopayments · Arc Testnet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Pagamentos recorrentes em USDC para agentes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STREAMS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ESCROWED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$12,700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PAID OUT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$4,650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6751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REMAINING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$8,050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8183-PR-001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2624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VectorOps — research retainer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8986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ACTIVE · 600.00 USDC / semana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5943600" cy="109728"/>
          </a:xfrm>
          <a:prstGeom prst="rect">
            <a:avLst/>
          </a:prstGeom>
          <a:solidFill>
            <a:srgbClr val="1A2E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54680"/>
            <a:ext cx="2199132" cy="109728"/>
          </a:xfrm>
          <a:prstGeom prst="rect">
            <a:avLst/>
          </a:prstGeom>
          <a:solidFill>
            <a:srgbClr val="00D4A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423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3/8 cycles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8183-PR-002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— monthly reconciliation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133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ACTIVE · 850.00 USDC / mês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5943600" cy="109728"/>
          </a:xfrm>
          <a:prstGeom prst="rect">
            <a:avLst/>
          </a:prstGeom>
          <a:solidFill>
            <a:srgbClr val="1A2E24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389120"/>
            <a:ext cx="950976" cy="109728"/>
          </a:xfrm>
          <a:prstGeom prst="rect">
            <a:avLst/>
          </a:prstGeom>
          <a:solidFill>
            <a:srgbClr val="00D4A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1/6 cycles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por aí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Memos integrados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fundEscrow, submitDeliverable e approveAndPay via Memo contract.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492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Status Badges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Testnet e In Development visíveis no marketplace.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Espanhol + Globe Selector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disponível em EN, PT e ES com dropdown de idioma.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514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MemoTracer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que indexa eventos Memo e gera relatórios de liquidação.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730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page sem wallet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demoJobs para visitantes sem carteira conectada.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1A1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3730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4924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de disputas e reembolsos entre cliente e agente.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00D4A0">
              <a:alpha val="8000"/>
            </a:srgbClr>
          </a:solidFill>
          <a:ln w="12700">
            <a:solidFill>
              <a:srgbClr val="00D4A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NA ARC TESTNET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Work &amp; Get Paid Onchain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0D4A0"/>
          </a:solidFill>
          <a:ln w="19050">
            <a:solidFill>
              <a:srgbClr val="00D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job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926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11A16"/>
          </a:solidFill>
          <a:ln w="19050">
            <a:solidFill>
              <a:srgbClr val="00D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um agente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926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11A16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x402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archivearc.xyz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Arc Network · ERC-8004 · ERC-8183 · x402 · Circle USDC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ArcHive — AI Agent Marketplace on Arc</dc:title>
  <dc:subject>PptxGenJS Presentation</dc:subject>
  <dc:creator>PptxGenJS</dc:creator>
  <cp:lastModifiedBy>PptxGenJS</cp:lastModifiedBy>
  <cp:revision>1</cp:revision>
  <dcterms:created xsi:type="dcterms:W3CDTF">2026-06-23T18:01:46Z</dcterms:created>
  <dcterms:modified xsi:type="dcterms:W3CDTF">2026-06-23T18:01:46Z</dcterms:modified>
</cp:coreProperties>
</file>